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37"/>
  </p:normalViewPr>
  <p:slideViewPr>
    <p:cSldViewPr snapToGrid="0" snapToObjects="1">
      <p:cViewPr varScale="1">
        <p:scale>
          <a:sx n="147" d="100"/>
          <a:sy n="147" d="100"/>
        </p:scale>
        <p:origin x="224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el, Dhvani" userId="bade4e20-56a7-4987-9b57-91f4f3638932" providerId="ADAL" clId="{C1C67717-BD8A-582E-897C-1D3D867DE9EC}"/>
    <pc:docChg chg="undo custSel addSld delSld modSld">
      <pc:chgData name="Patel, Dhvani" userId="bade4e20-56a7-4987-9b57-91f4f3638932" providerId="ADAL" clId="{C1C67717-BD8A-582E-897C-1D3D867DE9EC}" dt="2026-10-24T08:55:33.937" v="127" actId="20577"/>
      <pc:docMkLst>
        <pc:docMk/>
      </pc:docMkLst>
      <pc:sldChg chg="addSp delSp modSp mod">
        <pc:chgData name="Patel, Dhvani" userId="bade4e20-56a7-4987-9b57-91f4f3638932" providerId="ADAL" clId="{C1C67717-BD8A-582E-897C-1D3D867DE9EC}" dt="2026-10-24T08:55:33.937" v="127" actId="20577"/>
        <pc:sldMkLst>
          <pc:docMk/>
          <pc:sldMk cId="0" sldId="256"/>
        </pc:sldMkLst>
        <pc:spChg chg="mod">
          <ac:chgData name="Patel, Dhvani" userId="bade4e20-56a7-4987-9b57-91f4f3638932" providerId="ADAL" clId="{C1C67717-BD8A-582E-897C-1D3D867DE9EC}" dt="2026-10-24T08:38:06.041" v="81" actId="20577"/>
          <ac:spMkLst>
            <pc:docMk/>
            <pc:sldMk cId="0" sldId="256"/>
            <ac:spMk id="14" creationId="{00000000-0000-0000-0000-000000000000}"/>
          </ac:spMkLst>
        </pc:spChg>
        <pc:spChg chg="del mod">
          <ac:chgData name="Patel, Dhvani" userId="bade4e20-56a7-4987-9b57-91f4f3638932" providerId="ADAL" clId="{C1C67717-BD8A-582E-897C-1D3D867DE9EC}" dt="2026-10-24T08:38:25.407" v="83" actId="478"/>
          <ac:spMkLst>
            <pc:docMk/>
            <pc:sldMk cId="0" sldId="256"/>
            <ac:spMk id="15" creationId="{00000000-0000-0000-0000-000000000000}"/>
          </ac:spMkLst>
        </pc:spChg>
        <pc:spChg chg="add mod">
          <ac:chgData name="Patel, Dhvani" userId="bade4e20-56a7-4987-9b57-91f4f3638932" providerId="ADAL" clId="{C1C67717-BD8A-582E-897C-1D3D867DE9EC}" dt="2026-10-24T08:55:33.937" v="127" actId="20577"/>
          <ac:spMkLst>
            <pc:docMk/>
            <pc:sldMk cId="0" sldId="256"/>
            <ac:spMk id="18" creationId="{1C68D99A-EE4E-4828-1A4D-0A522C2279A0}"/>
          </ac:spMkLst>
        </pc:spChg>
      </pc:sldChg>
      <pc:sldChg chg="modSp mod">
        <pc:chgData name="Patel, Dhvani" userId="bade4e20-56a7-4987-9b57-91f4f3638932" providerId="ADAL" clId="{C1C67717-BD8A-582E-897C-1D3D867DE9EC}" dt="2026-10-24T08:38:56.287" v="85" actId="1076"/>
        <pc:sldMkLst>
          <pc:docMk/>
          <pc:sldMk cId="0" sldId="258"/>
        </pc:sldMkLst>
        <pc:spChg chg="mod">
          <ac:chgData name="Patel, Dhvani" userId="bade4e20-56a7-4987-9b57-91f4f3638932" providerId="ADAL" clId="{C1C67717-BD8A-582E-897C-1D3D867DE9EC}" dt="2026-10-21T09:56:49.153" v="15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Patel, Dhvani" userId="bade4e20-56a7-4987-9b57-91f4f3638932" providerId="ADAL" clId="{C1C67717-BD8A-582E-897C-1D3D867DE9EC}" dt="2026-10-21T09:56:52.519" v="16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Patel, Dhvani" userId="bade4e20-56a7-4987-9b57-91f4f3638932" providerId="ADAL" clId="{C1C67717-BD8A-582E-897C-1D3D867DE9EC}" dt="2026-10-21T09:55:49.620" v="7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Patel, Dhvani" userId="bade4e20-56a7-4987-9b57-91f4f3638932" providerId="ADAL" clId="{C1C67717-BD8A-582E-897C-1D3D867DE9EC}" dt="2026-10-21T09:55:53.053" v="8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Patel, Dhvani" userId="bade4e20-56a7-4987-9b57-91f4f3638932" providerId="ADAL" clId="{C1C67717-BD8A-582E-897C-1D3D867DE9EC}" dt="2026-10-21T09:56:08.552" v="12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Patel, Dhvani" userId="bade4e20-56a7-4987-9b57-91f4f3638932" providerId="ADAL" clId="{C1C67717-BD8A-582E-897C-1D3D867DE9EC}" dt="2026-10-21T09:56:13.169" v="13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Patel, Dhvani" userId="bade4e20-56a7-4987-9b57-91f4f3638932" providerId="ADAL" clId="{C1C67717-BD8A-582E-897C-1D3D867DE9EC}" dt="2026-10-21T09:55:36.320" v="4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Patel, Dhvani" userId="bade4e20-56a7-4987-9b57-91f4f3638932" providerId="ADAL" clId="{C1C67717-BD8A-582E-897C-1D3D867DE9EC}" dt="2026-10-21T09:55:40.721" v="5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Patel, Dhvani" userId="bade4e20-56a7-4987-9b57-91f4f3638932" providerId="ADAL" clId="{C1C67717-BD8A-582E-897C-1D3D867DE9EC}" dt="2026-10-24T08:38:49.122" v="84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Patel, Dhvani" userId="bade4e20-56a7-4987-9b57-91f4f3638932" providerId="ADAL" clId="{C1C67717-BD8A-582E-897C-1D3D867DE9EC}" dt="2026-10-24T08:38:56.287" v="85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Patel, Dhvani" userId="bade4e20-56a7-4987-9b57-91f4f3638932" providerId="ADAL" clId="{C1C67717-BD8A-582E-897C-1D3D867DE9EC}" dt="2026-10-21T09:56:18.786" v="14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Patel, Dhvani" userId="bade4e20-56a7-4987-9b57-91f4f3638932" providerId="ADAL" clId="{C1C67717-BD8A-582E-897C-1D3D867DE9EC}" dt="2026-10-21T09:56:04.303" v="11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Patel, Dhvani" userId="bade4e20-56a7-4987-9b57-91f4f3638932" providerId="ADAL" clId="{C1C67717-BD8A-582E-897C-1D3D867DE9EC}" dt="2026-10-21T09:55:45.105" v="6" actId="1076"/>
          <ac:spMkLst>
            <pc:docMk/>
            <pc:sldMk cId="0" sldId="258"/>
            <ac:spMk id="24" creationId="{00000000-0000-0000-0000-000000000000}"/>
          </ac:spMkLst>
        </pc:spChg>
      </pc:sldChg>
      <pc:sldChg chg="modSp mod">
        <pc:chgData name="Patel, Dhvani" userId="bade4e20-56a7-4987-9b57-91f4f3638932" providerId="ADAL" clId="{C1C67717-BD8A-582E-897C-1D3D867DE9EC}" dt="2026-10-24T08:49:19.350" v="86" actId="20577"/>
        <pc:sldMkLst>
          <pc:docMk/>
          <pc:sldMk cId="0" sldId="260"/>
        </pc:sldMkLst>
        <pc:spChg chg="mod">
          <ac:chgData name="Patel, Dhvani" userId="bade4e20-56a7-4987-9b57-91f4f3638932" providerId="ADAL" clId="{C1C67717-BD8A-582E-897C-1D3D867DE9EC}" dt="2026-10-24T08:49:19.350" v="86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Patel, Dhvani" userId="bade4e20-56a7-4987-9b57-91f4f3638932" providerId="ADAL" clId="{C1C67717-BD8A-582E-897C-1D3D867DE9EC}" dt="2026-10-24T08:51:42.785" v="87" actId="122"/>
        <pc:sldMkLst>
          <pc:docMk/>
          <pc:sldMk cId="0" sldId="265"/>
        </pc:sldMkLst>
        <pc:spChg chg="mod">
          <ac:chgData name="Patel, Dhvani" userId="bade4e20-56a7-4987-9b57-91f4f3638932" providerId="ADAL" clId="{C1C67717-BD8A-582E-897C-1D3D867DE9EC}" dt="2026-10-24T08:51:42.785" v="87" actId="122"/>
          <ac:spMkLst>
            <pc:docMk/>
            <pc:sldMk cId="0" sldId="265"/>
            <ac:spMk id="9" creationId="{00000000-0000-0000-0000-000000000000}"/>
          </ac:spMkLst>
        </pc:spChg>
      </pc:sldChg>
      <pc:sldChg chg="modSp mod">
        <pc:chgData name="Patel, Dhvani" userId="bade4e20-56a7-4987-9b57-91f4f3638932" providerId="ADAL" clId="{C1C67717-BD8A-582E-897C-1D3D867DE9EC}" dt="2026-10-21T10:00:07.773" v="17" actId="20577"/>
        <pc:sldMkLst>
          <pc:docMk/>
          <pc:sldMk cId="0" sldId="268"/>
        </pc:sldMkLst>
        <pc:spChg chg="mod">
          <ac:chgData name="Patel, Dhvani" userId="bade4e20-56a7-4987-9b57-91f4f3638932" providerId="ADAL" clId="{C1C67717-BD8A-582E-897C-1D3D867DE9EC}" dt="2026-10-21T10:00:07.773" v="17" actId="20577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Patel, Dhvani" userId="bade4e20-56a7-4987-9b57-91f4f3638932" providerId="ADAL" clId="{C1C67717-BD8A-582E-897C-1D3D867DE9EC}" dt="2026-10-21T10:00:38.766" v="24" actId="20577"/>
        <pc:sldMkLst>
          <pc:docMk/>
          <pc:sldMk cId="0" sldId="269"/>
        </pc:sldMkLst>
        <pc:spChg chg="mod">
          <ac:chgData name="Patel, Dhvani" userId="bade4e20-56a7-4987-9b57-91f4f3638932" providerId="ADAL" clId="{C1C67717-BD8A-582E-897C-1D3D867DE9EC}" dt="2026-10-21T10:00:38.766" v="24" actId="20577"/>
          <ac:spMkLst>
            <pc:docMk/>
            <pc:sldMk cId="0" sldId="269"/>
            <ac:spMk id="5" creationId="{00000000-0000-0000-0000-000000000000}"/>
          </ac:spMkLst>
        </pc:spChg>
      </pc:sldChg>
      <pc:sldChg chg="delSp modSp mod">
        <pc:chgData name="Patel, Dhvani" userId="bade4e20-56a7-4987-9b57-91f4f3638932" providerId="ADAL" clId="{C1C67717-BD8A-582E-897C-1D3D867DE9EC}" dt="2026-10-21T10:01:41.192" v="27"/>
        <pc:sldMkLst>
          <pc:docMk/>
          <pc:sldMk cId="0" sldId="271"/>
        </pc:sldMkLst>
      </pc:sldChg>
      <pc:sldChg chg="addSp delSp modSp add mod">
        <pc:chgData name="Patel, Dhvani" userId="bade4e20-56a7-4987-9b57-91f4f3638932" providerId="ADAL" clId="{C1C67717-BD8A-582E-897C-1D3D867DE9EC}" dt="2026-10-21T10:03:02.651" v="66" actId="1076"/>
        <pc:sldMkLst>
          <pc:docMk/>
          <pc:sldMk cId="3469989848" sldId="272"/>
        </pc:sldMkLst>
        <pc:spChg chg="add del">
          <ac:chgData name="Patel, Dhvani" userId="bade4e20-56a7-4987-9b57-91f4f3638932" providerId="ADAL" clId="{C1C67717-BD8A-582E-897C-1D3D867DE9EC}" dt="2026-10-21T10:02:16.879" v="41" actId="478"/>
          <ac:spMkLst>
            <pc:docMk/>
            <pc:sldMk cId="3469989848" sldId="272"/>
            <ac:spMk id="2" creationId="{E79544F0-BB33-F22A-2E81-C18477FA2750}"/>
          </ac:spMkLst>
        </pc:spChg>
        <pc:spChg chg="add del mod">
          <ac:chgData name="Patel, Dhvani" userId="bade4e20-56a7-4987-9b57-91f4f3638932" providerId="ADAL" clId="{C1C67717-BD8A-582E-897C-1D3D867DE9EC}" dt="2026-10-21T10:03:02.651" v="66" actId="1076"/>
          <ac:spMkLst>
            <pc:docMk/>
            <pc:sldMk cId="3469989848" sldId="272"/>
            <ac:spMk id="21" creationId="{E3770573-A89B-C52F-EEFE-80BEFB765ECA}"/>
          </ac:spMkLst>
        </pc:spChg>
        <pc:spChg chg="add del">
          <ac:chgData name="Patel, Dhvani" userId="bade4e20-56a7-4987-9b57-91f4f3638932" providerId="ADAL" clId="{C1C67717-BD8A-582E-897C-1D3D867DE9EC}" dt="2026-10-21T10:02:16.879" v="41" actId="478"/>
          <ac:spMkLst>
            <pc:docMk/>
            <pc:sldMk cId="3469989848" sldId="272"/>
            <ac:spMk id="31" creationId="{CEB258E7-ADB9-C551-4800-71509F1242A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9FAFB"/>
                </a:solidFill>
              </a:rPr>
              <a:t>AI DevOps Configuration Reviewer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CA3AF"/>
                </a:solidFill>
              </a:rPr>
              <a:t>Automated security &amp; reliability analysis for DevOps configurations
using deterministic static analysis combined with LLM reasoning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931920"/>
            <a:ext cx="1545336" cy="246888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73552" y="3950207"/>
            <a:ext cx="1453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FAFB"/>
                </a:solidFill>
              </a:rPr>
              <a:t>Python · FastAPI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4855464" y="3931920"/>
            <a:ext cx="1463039" cy="2468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28616" y="3950207"/>
            <a:ext cx="13715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FAFB"/>
                </a:solidFill>
              </a:rPr>
              <a:t>Next.js · React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28231" y="3931920"/>
            <a:ext cx="1051560" cy="2468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3" y="3950207"/>
            <a:ext cx="960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FAFB"/>
                </a:solidFill>
              </a:rPr>
              <a:t>PostgreSQL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19" y="3931920"/>
            <a:ext cx="1051560" cy="24688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62671" y="3950207"/>
            <a:ext cx="960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FAFB"/>
                </a:solidFill>
              </a:rPr>
              <a:t>OpenAI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37760"/>
            <a:ext cx="11247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9CA3AF"/>
                </a:solidFill>
              </a:rPr>
              <a:t>AI Integrated Full Stack </a:t>
            </a:r>
            <a:r>
              <a:rPr lang="en-US" sz="1300" i="1" dirty="0">
                <a:solidFill>
                  <a:srgbClr val="9CA3AF"/>
                </a:solidFill>
              </a:rPr>
              <a:t>Development </a:t>
            </a:r>
            <a:r>
              <a:rPr sz="1300" b="0" i="1" dirty="0">
                <a:solidFill>
                  <a:srgbClr val="9CA3AF"/>
                </a:solidFill>
              </a:rPr>
              <a:t>with DevOps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9CA3AF"/>
                </a:solidFill>
              </a:rPr>
              <a:t>AI DevOps Configuration Reviewer  ·  University Project Review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68D99A-EE4E-4828-1A4D-0A522C2279A0}"/>
              </a:ext>
            </a:extLst>
          </p:cNvPr>
          <p:cNvSpPr txBox="1"/>
          <p:nvPr/>
        </p:nvSpPr>
        <p:spPr>
          <a:xfrm>
            <a:off x="470852" y="5852160"/>
            <a:ext cx="11247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1">
                <a:solidFill>
                  <a:srgbClr val="9CA3AF"/>
                </a:solidFill>
              </a:rPr>
              <a:t>- Dhvani Patel [RA2512005010044]</a:t>
            </a:r>
            <a:endParaRPr sz="1300" b="0" i="1" dirty="0">
              <a:solidFill>
                <a:srgbClr val="9CA3A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9FAFB"/>
                </a:solidFill>
              </a:rPr>
              <a:t>Problem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Why does this tool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212080" cy="4023360"/>
          </a:xfrm>
          <a:prstGeom prst="rect">
            <a:avLst/>
          </a:prstGeom>
          <a:solidFill>
            <a:srgbClr val="1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7171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FAFB"/>
                </a:solidFill>
              </a:rPr>
              <a:t>🔒  DevOps configs harbour real security bugs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476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FAFB"/>
                </a:solidFill>
              </a:rPr>
              <a:t>🐳  Root-user Dockerfiles in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67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FAFB"/>
                </a:solidFill>
              </a:rPr>
              <a:t>🔑  Secrets accidentally committed to 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877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FAFB"/>
                </a:solidFill>
              </a:rPr>
              <a:t>⚠️  Unpinned actions &amp; missing restart policies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07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FAFB"/>
                </a:solidFill>
              </a:rPr>
              <a:t>🤖  LLMs alone give verbose, unstructured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278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FAFB"/>
                </a:solidFill>
              </a:rPr>
              <a:t>📋  Manual review is slow and inconsistent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097280"/>
            <a:ext cx="5852160" cy="4023360"/>
          </a:xfrm>
          <a:prstGeom prst="rect">
            <a:avLst/>
          </a:prstGeom>
          <a:solidFill>
            <a:srgbClr val="0D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</a:rPr>
              <a:t>Our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276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FAFB"/>
                </a:solidFill>
              </a:rPr>
              <a:t>✅  Deterministic rules catch known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476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FAFB"/>
                </a:solidFill>
              </a:rPr>
              <a:t>✅  AI adds contextual reasoning &amp; remediation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2677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FAFB"/>
                </a:solidFill>
              </a:rPr>
              <a:t>✅  Pydantic-validated structured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5877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FAFB"/>
                </a:solidFill>
              </a:rPr>
              <a:t>✅  Deterministic risk score (never from AI)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9077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FAFB"/>
                </a:solidFill>
              </a:rPr>
              <a:t>✅  Full history + per-finding explanations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2278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FAFB"/>
                </a:solidFill>
              </a:rPr>
              <a:t>✅  Works on Dockerfile · Compose · GH Actions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AI DevOps Configuration Reviewer  ·  University Project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9FAFB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How the pieces connect end-to-end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1920240" cy="1371600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24688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9FAFB"/>
                </a:solidFill>
              </a:rPr>
              <a:t>Browser
Next.js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286000"/>
            <a:ext cx="1920240" cy="1371600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24688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9FAFB"/>
                </a:solidFill>
              </a:rPr>
              <a:t>FastAPI
REST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2286000"/>
            <a:ext cx="1920240" cy="1371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57800" y="24688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9FAFB"/>
                </a:solidFill>
              </a:rPr>
              <a:t>Analysis
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34292" y="4114800"/>
            <a:ext cx="1920240" cy="10972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80012" y="4297681"/>
            <a:ext cx="18288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9FAFB"/>
                </a:solidFill>
              </a:rPr>
              <a:t>Static
Analyzers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38817" y="4206241"/>
            <a:ext cx="2103120" cy="10972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84537" y="4375832"/>
            <a:ext cx="201167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9FAFB"/>
                </a:solidFill>
              </a:rPr>
              <a:t>AI Provider
OpenAI/Ollama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2296633"/>
            <a:ext cx="1280160" cy="1371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01000" y="2468880"/>
            <a:ext cx="1188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9FAFB"/>
                </a:solidFill>
              </a:rPr>
              <a:t>Scorer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48545" y="2286000"/>
            <a:ext cx="1920240" cy="1371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75977" y="24688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9FAFB"/>
                </a:solidFill>
              </a:rPr>
              <a:t>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12264" y="2743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9CA3AF"/>
                </a:solidFill>
              </a:rPr>
              <a:t>→ JWT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305" y="27487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7791" y="2775097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297" y="2764465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703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↓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24617" y="3787317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9CA3AF"/>
                </a:solidFill>
              </a:rPr>
              <a:t>↓ AI findings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669280"/>
            <a:ext cx="11430000" cy="6858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80644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</a:rPr>
              <a:t>CI/CD:  Git push  →  GitHub Actions  →  Ruff lint  →  pytest (57 tests)  →  Docker image builds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AI DevOps Configuration Reviewer  ·  University Project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9FAFB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Every layer and why it was chosen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2724912" cy="50292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1188720"/>
            <a:ext cx="2505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8CF5"/>
                </a:solidFill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627632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·  Next.js 16  (App Router)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975104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·  React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322576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·  TypeScript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670048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·  Tailwind CSS v4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097280"/>
            <a:ext cx="2724912" cy="50292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74136" y="1188720"/>
            <a:ext cx="2505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27632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·  Python 3.12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975104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·  FastAPI  (async)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2322576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·  Pydantic 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2670048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·  SQLAlchemy 2  (async)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3017520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·  Alembic  (migrations)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1097280"/>
            <a:ext cx="2724912" cy="50292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18504" y="1188720"/>
            <a:ext cx="2505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</a:rPr>
              <a:t>Database &amp; 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1627632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·  PostgreSQL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1975104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·  asyncpg driver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2322576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·  JWT  (PyJWT)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2670048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·  Argon2 hashing  (pwdlib)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53144" y="1097280"/>
            <a:ext cx="2724912" cy="50292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62872" y="1188720"/>
            <a:ext cx="2505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7171"/>
                </a:solidFill>
              </a:rPr>
              <a:t>AI &amp; 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1627632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·  OpenAI Responses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1975104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·  Ollama  (local LLM)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584" y="2322576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·  Prometheus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2670048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·  slowapi  (rate limiting)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017520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·  Docker + Compose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584" y="3364991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·  GitHub Actions CI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AI DevOps Configuration Reviewer  ·  University Project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9FAFB"/>
                </a:solidFill>
              </a:rPr>
              <a:t>Development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Incremental build strategy: one phase at a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11338560" cy="420624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438912" cy="42062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978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</a:rPr>
              <a:t>Architecture &amp;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197864"/>
            <a:ext cx="7498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Structure, README, Docker Compose skeleton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1197864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00200"/>
            <a:ext cx="11338560" cy="420624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1600200"/>
            <a:ext cx="438912" cy="42062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16459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6550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</a:rPr>
              <a:t>Backend 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655064"/>
            <a:ext cx="7498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FastAPI, PostgreSQL, Alembic, Auth, 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1655064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057400"/>
            <a:ext cx="11338560" cy="420624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2057400"/>
            <a:ext cx="438912" cy="42062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21031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1122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</a:rPr>
              <a:t>Static Analysis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2112264"/>
            <a:ext cx="7498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Dockerfile · Compose · GitHub Actions analyzers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2112264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514600"/>
            <a:ext cx="11338560" cy="420624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2514600"/>
            <a:ext cx="438912" cy="42062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25603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2569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</a:rPr>
              <a:t>AI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2569464"/>
            <a:ext cx="7498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Provider abstraction, OpenAI, Ollama, Mock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2569464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2971800"/>
            <a:ext cx="11338560" cy="420624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1480" y="2971800"/>
            <a:ext cx="438912" cy="42062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30175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30266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</a:rPr>
              <a:t>Analysis 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3026664"/>
            <a:ext cx="7498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Static → AI → Scoring → DB persistence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3026664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429000"/>
            <a:ext cx="11338560" cy="420624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11480" y="3429000"/>
            <a:ext cx="438912" cy="42062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" y="34747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34838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</a:rPr>
              <a:t>Frontend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3483864"/>
            <a:ext cx="7498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Dashboard, New Analysis, Results, History pages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3483864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3886200"/>
            <a:ext cx="11338560" cy="420624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11480" y="3886200"/>
            <a:ext cx="438912" cy="42062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39319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3941063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</a:rPr>
              <a:t>DevOps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51960" y="3941063"/>
            <a:ext cx="7498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Docker, Compose, GitHub Actions CI/CD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3941063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4343400"/>
            <a:ext cx="11338560" cy="420624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11480" y="4343400"/>
            <a:ext cx="438912" cy="42062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1480" y="43891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43982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</a:rPr>
              <a:t>Observability &amp; Security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51960" y="4398264"/>
            <a:ext cx="7498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Logging, Prometheus, rate limiting, sec headers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4398264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4800600"/>
            <a:ext cx="11338560" cy="420624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11480" y="4800600"/>
            <a:ext cx="438912" cy="42062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11480" y="48463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" y="4855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</a:rPr>
              <a:t>Final Testing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51960" y="4855464"/>
            <a:ext cx="7498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57 tests passing, lint clean, type-safe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30000" y="4855464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257800"/>
            <a:ext cx="11338560" cy="420624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11480" y="5257800"/>
            <a:ext cx="438912" cy="42062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11480" y="53035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" y="53126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</a:rPr>
              <a:t>Documentation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51960" y="5312664"/>
            <a:ext cx="7498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README, ARCHITECTURE, API, SECURITY, CONTRIBUTING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0" y="5312664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AI DevOps Configuration Reviewer  ·  University Project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9FAFB"/>
                </a:solidFill>
              </a:rPr>
              <a:t>Core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The heart of the project — why static + AI beats either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394960" cy="47548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73152" cy="475488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7" y="119786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8CF5"/>
                </a:solidFill>
              </a:rPr>
              <a:t>1 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22529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User pastes Dockerfile / Compose / GH Actions 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73352"/>
            <a:ext cx="5394960" cy="47548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673352"/>
            <a:ext cx="73152" cy="4754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7" y="17282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2  Identify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75564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Backend detects config type from content / filename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03704"/>
            <a:ext cx="5394960" cy="47548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2203704"/>
            <a:ext cx="73152" cy="4754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7" y="22585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3  Static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286000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Deterministic analyzer checks 5–10 known-bad patterns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5394960" cy="47548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2734056"/>
            <a:ext cx="73152" cy="47548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7" y="2788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4  AI 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281635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LLM receives config + static findings, returns structured 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143000"/>
            <a:ext cx="5394960" cy="47548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1143000"/>
            <a:ext cx="73152" cy="475488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7" y="119786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8CF5"/>
                </a:solidFill>
              </a:rPr>
              <a:t>5  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122529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Pydantic schema rejects malformed AI output — never stored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673352"/>
            <a:ext cx="5394960" cy="47548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1673352"/>
            <a:ext cx="73152" cy="4754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64807" y="17282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6 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175564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Backend calculates risk score (AI never touches the score)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203704"/>
            <a:ext cx="5394960" cy="47548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3640" y="2203704"/>
            <a:ext cx="73152" cy="4754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64807" y="22585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7  Persist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2286000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Findings + score written to PostgreSQL via SQLAlchemy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734056"/>
            <a:ext cx="5394960" cy="47548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63640" y="2734056"/>
            <a:ext cx="73152" cy="475488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64807" y="2788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8CF5"/>
                </a:solidFill>
              </a:rPr>
              <a:t>8  Display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281635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Next.js dashboard shows severity badges, cards, history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715000"/>
            <a:ext cx="11539728" cy="502920"/>
          </a:xfrm>
          <a:prstGeom prst="rect">
            <a:avLst/>
          </a:prstGeom>
          <a:solidFill>
            <a:srgbClr val="0D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578815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34D399"/>
                </a:solidFill>
              </a:rPr>
              <a:t>Key insight: Rules catch known patterns reliably. AI adds contextual reasoning, subtle issues, and actionable remediation that rules miss.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AI DevOps Configuration Reviewer  ·  University Project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9FAFB"/>
                </a:solidFill>
              </a:rPr>
              <a:t>Static Analysis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Deterministic rules per config type — ~5–10 meaningful checks 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749039" cy="51206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8CF5"/>
                </a:solidFill>
              </a:rPr>
              <a:t>🐳 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Running as root (no USER)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Using :latest 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95728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Secrets in ENV / ARG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34056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Missing HEALTHCHECK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72384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Too many layers (&gt;15)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10712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Unsafe apt-get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Unpinned base image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143000"/>
            <a:ext cx="3749039" cy="51206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53128" y="12618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</a:rPr>
              <a:t>🔧  Docker Compose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1719072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Privileged containers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057400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Host networking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395728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Docker socket mounted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734056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Hard-coded secrets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072384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Missing restart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3410712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Exposed sensitive 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3749040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Services running as root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66176" y="1143000"/>
            <a:ext cx="3749039" cy="51206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03336" y="12618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</a:rPr>
              <a:t>⚡  GitHub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1719072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Unpinned third-party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2057400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pull_request_target risks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6" y="2395728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Excessive permissions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2734056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Secrets in run: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6" y="3072384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Dangerous expressions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3410712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Overly broad GITHUB_TOKEN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749040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User-controlled input injection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AI DevOps Configuration Reviewer  ·  University Project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9FAFB"/>
                </a:solidFill>
              </a:rPr>
              <a:t>AI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Provider abstraction · structured output · schema validation · graceful fallback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029200" cy="51206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8CF5"/>
                </a:solidFill>
              </a:rPr>
              <a:t>AIProvider  (ABC)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4709160" cy="1005840"/>
          </a:xfrm>
          <a:prstGeom prst="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OpenAIProvider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942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Uses OpenAI Responses API
Strict JSON schema enforced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26080"/>
            <a:ext cx="4709160" cy="1005840"/>
          </a:xfrm>
          <a:prstGeom prst="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9992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OllamaProvider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4670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Local LLM via Ollama
No API key needed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23360"/>
            <a:ext cx="4709160" cy="1005840"/>
          </a:xfrm>
          <a:prstGeom prst="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CA3AF"/>
                </a:solidFill>
              </a:rPr>
              <a:t>MockAIProvider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44398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Used in all 57 tests
Predictable deterministic 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143000"/>
            <a:ext cx="6035040" cy="23317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Structured Output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664208"/>
            <a:ext cx="5669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34D399"/>
                </a:solidFill>
              </a:rPr>
              <a:t>{
  "findings": [{
    "category": "security",
    "severity": "high",
    "title": "Root user",
    "description": "...",
    "recommendation": "...",
    "line_number": 3,
    "confidence": 0.94
  }]
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3657600"/>
            <a:ext cx="6035040" cy="26060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0" y="37764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Prompt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206240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9FAFB"/>
                </a:solidFill>
              </a:rPr>
              <a:t>  ·  Stored in app/ai/prompts/ — not in routes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507992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9FAFB"/>
                </a:solidFill>
              </a:rPr>
              <a:t>  ·  Passes config + deterministic findings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809744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9FAFB"/>
                </a:solidFill>
              </a:rPr>
              <a:t>  ·  Instructs: no invented vulnerabilities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111496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9FAFB"/>
                </a:solidFill>
              </a:rPr>
              <a:t>  ·  Requires actionable remediation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413248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9FAFB"/>
                </a:solidFill>
              </a:rPr>
              <a:t>  ·  References line numbers where possible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715000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9FAFB"/>
                </a:solidFill>
              </a:rPr>
              <a:t>  ·  parse_ai_response() with recovery logic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6016752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9FAFB"/>
                </a:solidFill>
              </a:rPr>
              <a:t>  ·  AI failure → static findings only (graceful)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AI DevOps Configuration Reviewer  ·  University Project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9FAFB"/>
                </a:solidFill>
              </a:rPr>
              <a:t>Frontend &amp;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Next.js 16 App Router · TypeScript · Tailwind CSS v4 · fully connected to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384048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FAFB"/>
                </a:solidFill>
              </a:rPr>
              <a:t>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2070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FAFB"/>
                </a:solidFill>
              </a:rPr>
              <a:t>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207008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FAFB"/>
                </a:solidFill>
              </a:rPr>
              <a:t>What it shows / does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72768"/>
            <a:ext cx="11430000" cy="420624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63677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4D399"/>
                </a:solidFill>
              </a:rPr>
              <a:t>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6367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FAFB"/>
                </a:solidFill>
              </a:rPr>
              <a:t>Landing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636776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Product overview, features, supported types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11430000" cy="420624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0756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4D399"/>
                </a:solidFill>
              </a:rPr>
              <a:t>/login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0756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FAFB"/>
                </a:solidFill>
              </a:rP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075688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Email + password → JWT stored in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50591"/>
            <a:ext cx="11430000" cy="420624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251459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4D399"/>
                </a:solidFill>
              </a:rPr>
              <a:t>/register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514599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FAFB"/>
                </a:solidFill>
              </a:rPr>
              <a:t>Register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514599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New account creation with 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89504"/>
            <a:ext cx="11430000" cy="420624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9535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4D399"/>
                </a:solidFill>
              </a:rPr>
              <a:t>/dashboard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9535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FAFB"/>
                </a:solidFill>
              </a:rPr>
              <a:t>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953512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Stats: total, high-risk count, avg score, recent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328415"/>
            <a:ext cx="11430000" cy="420624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3392423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4D399"/>
                </a:solidFill>
              </a:rPr>
              <a:t>/new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3392423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FAFB"/>
                </a:solidFill>
              </a:rPr>
              <a:t>New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3392423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Select type, paste config or upload file, submit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767328"/>
            <a:ext cx="11430000" cy="420624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383133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4D399"/>
                </a:solidFill>
              </a:rPr>
              <a:t>/analyses/[id]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83133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FAFB"/>
                </a:solidFill>
              </a:rPr>
              <a:t>Analysis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831336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Score, findings grouped by severity/source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206240"/>
            <a:ext cx="11430000" cy="420624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27024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4D399"/>
                </a:solidFill>
              </a:rPr>
              <a:t>/history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2702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FAFB"/>
                </a:solidFill>
              </a:rPr>
              <a:t>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4270248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All past analyses, sortable, clickable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828032"/>
            <a:ext cx="11430000" cy="749808"/>
          </a:xfrm>
          <a:prstGeom prst="rect">
            <a:avLst/>
          </a:prstGeom>
          <a:solidFill>
            <a:srgbClr val="0D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4956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4D399"/>
                </a:solidFill>
              </a:rPr>
              <a:t>UI highlights:  Severity badges  ·  Expandable finding cards  ·  Code display  ·  Auth-protected routes  ·  Loading &amp; error states  ·  Responsive layout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AI DevOps Configuration Reviewer  ·  University Project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9FAFB"/>
                </a:solidFill>
              </a:rPr>
              <a:t>Risk Scoring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Deterministic — the AI never decides the final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658368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11064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4D399"/>
                </a:solidFill>
              </a:rPr>
              <a:t>Score  =  100  −  Σ( severity_weight × finding_count )     clamped to [ 0 , 100 ]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38528"/>
            <a:ext cx="11430000" cy="402336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</a:rPr>
              <a:t>Severity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011680"/>
            <a:ext cx="14630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9FAFB"/>
                </a:solidFill>
              </a:rPr>
              <a:t>Weight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59" y="20116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</a:rPr>
              <a:t>Example 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11430000" cy="4572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377440"/>
            <a:ext cx="91440" cy="4572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45973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59736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9FAFB"/>
                </a:solidFill>
              </a:rPr>
              <a:t>−10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2459736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CA3AF"/>
                </a:solidFill>
              </a:rPr>
              <a:t>Exposed secret, root container in prod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52928"/>
            <a:ext cx="11430000" cy="45720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2852928"/>
            <a:ext cx="91440" cy="457200"/>
          </a:xfrm>
          <a:prstGeom prst="rect">
            <a:avLst/>
          </a:prstGeom>
          <a:solidFill>
            <a:srgbClr val="FB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935224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E"/>
                </a:solidFill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35224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9FAFB"/>
                </a:solidFill>
              </a:rPr>
              <a:t>−7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59" y="2935224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CA3AF"/>
                </a:solidFill>
              </a:rPr>
              <a:t>Missing USER, unpinned action with write permission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28416"/>
            <a:ext cx="11430000" cy="4572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328416"/>
            <a:ext cx="91440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410712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410712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9FAFB"/>
                </a:solidFill>
              </a:rPr>
              <a:t>−4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59" y="3410712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CA3AF"/>
                </a:solidFill>
              </a:rPr>
              <a:t>No HEALTHCHECK, latest tag, no restart policy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03904"/>
            <a:ext cx="11430000" cy="45720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3803904"/>
            <a:ext cx="9144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3886200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886200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9FAFB"/>
                </a:solidFill>
              </a:rPr>
              <a:t>−1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59" y="3886200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CA3AF"/>
                </a:solidFill>
              </a:rPr>
              <a:t>Excessive layers, minor maintainability issue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361688"/>
            <a:ext cx="11430000" cy="329184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41655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9FAFB"/>
                </a:solidFill>
              </a:rPr>
              <a:t>Score bands:   80–100 = Great ✓   60–79 = Good   40–59 = Warning ⚠   20–39 = Poor   0–19 = Critical 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846320"/>
            <a:ext cx="11430000" cy="1280160"/>
          </a:xfrm>
          <a:prstGeom prst="rect">
            <a:avLst/>
          </a:prstGeom>
          <a:solidFill>
            <a:srgbClr val="0D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4D399"/>
                </a:solidFill>
              </a:rPr>
              <a:t>Example:  1 Critical (−10)  +  2 High (−14)  +  1 Medium (−4)  =  score 72  →  Good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CA3AF"/>
                </a:solidFill>
              </a:rPr>
              <a:t>The backend always calculates this. The AI model is explicitly instructed not to invent or adjust the score.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AI DevOps Configuration Reviewer  ·  University Project Review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9FAFB"/>
                </a:solidFill>
              </a:rPr>
              <a:t>Testing &amp; Code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57 backend tests · zero API key required · lint &amp; type-safe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7132320" cy="51206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Test Coverage — 12 Test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4D399"/>
                </a:solidFill>
              </a:rPr>
              <a:t>  ·  test_health.py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9164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9FAFB"/>
                </a:solidFill>
              </a:rPr>
              <a:t>Health &amp; readiness 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025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4D399"/>
                </a:solidFill>
              </a:rPr>
              <a:t>  ·  test_auth.py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00253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9FAFB"/>
                </a:solidFill>
              </a:rPr>
              <a:t>Register, login, JWT, auth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134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4D399"/>
                </a:solidFill>
              </a:rPr>
              <a:t>  ·  test_configurations_api.py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31343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9FAFB"/>
                </a:solidFill>
              </a:rPr>
              <a:t>Config CRUD, auth enforcement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24327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4D399"/>
                </a:solidFill>
              </a:rPr>
              <a:t>  ·  test_dockerfile_analyzer.py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624327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9FAFB"/>
                </a:solidFill>
              </a:rPr>
              <a:t>All Dockerfile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35223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4D399"/>
                </a:solidFill>
              </a:rPr>
              <a:t>  ·  test_compose_analyzer.py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935223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9FAFB"/>
                </a:solidFill>
              </a:rPr>
              <a:t>All Compose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46119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4D399"/>
                </a:solidFill>
              </a:rPr>
              <a:t>  ·  test_github_actions_analyzer.py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246119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9FAFB"/>
                </a:solidFill>
              </a:rPr>
              <a:t>All GH Actions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557015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4D399"/>
                </a:solidFill>
              </a:rPr>
              <a:t>  ·  test_analyzer_factory.py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557015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9FAFB"/>
                </a:solidFill>
              </a:rPr>
              <a:t>Factory routing per config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67911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4D399"/>
                </a:solidFill>
              </a:rPr>
              <a:t>  ·  test_ai_layer.py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867911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9FAFB"/>
                </a:solidFill>
              </a:rPr>
              <a:t>AI provider, parse_ai_response recovery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78807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4D399"/>
                </a:solidFill>
              </a:rPr>
              <a:t>  ·  test_analysis_pipeline.py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178807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9FAFB"/>
                </a:solidFill>
              </a:rPr>
              <a:t>Full static→AI→score→DB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89703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4D399"/>
                </a:solidFill>
              </a:rPr>
              <a:t>  ·  test_scoring.py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489703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9FAFB"/>
                </a:solidFill>
              </a:rPr>
              <a:t>Risk scoring edge cases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00599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4D399"/>
                </a:solidFill>
              </a:rPr>
              <a:t>  ·  test_main.py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800599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9FAFB"/>
                </a:solidFill>
              </a:rPr>
              <a:t>App startup, service info endpoint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111495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4D399"/>
                </a:solidFill>
              </a:rPr>
              <a:t>  ·  conftest.py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111495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9FAFB"/>
                </a:solidFill>
              </a:rPr>
              <a:t>SQLite in-memory DB + MockAIProvider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1143000"/>
            <a:ext cx="3977639" cy="22860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01000" y="12618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8CF5"/>
                </a:solidFill>
              </a:rPr>
              <a:t>Linting &amp; Formatting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169164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  ·  Ruff  (lint + format check)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199339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  ·  No F-strings with secrets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229514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  ·  Line length 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259689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  ·  Target Python 3.12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289864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  ·  B008 suppressed (FastAPI deps)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18120" y="3611880"/>
            <a:ext cx="3977639" cy="26517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01000" y="37307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Frontend Quality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416052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  ·  TypeScript strict mode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446227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  ·  ESLint (eslint-config-next)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476402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  ·  tsc --noEmit on every CI run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506577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  ·  Next.js build check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536752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  ·  No any or untyped API calls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715000"/>
            <a:ext cx="11430000" cy="502920"/>
          </a:xfrm>
          <a:prstGeom prst="rect">
            <a:avLst/>
          </a:prstGeom>
          <a:solidFill>
            <a:srgbClr val="0D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581558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4D399"/>
                </a:solidFill>
              </a:rPr>
              <a:t>57 tests   ·   No real API key needed   ·   In-memory SQLite   ·   MockAIProvider   ·   All green on CI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AI DevOps Configuration Reviewer  ·  University Project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9FAFB"/>
                </a:solidFill>
              </a:rPr>
              <a:t>DevOps &amp;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Docker · Compose · GitHub Actions · deployment-ready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03520" cy="51663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8CF5"/>
                </a:solidFill>
              </a:rPr>
              <a:t>🐳  Containerisation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9FAFB"/>
                </a:solidFill>
              </a:rPr>
              <a:t>  ▸  Backend Dockerfile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7510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Multi-layer Python 3.12, runs alembic upgrade head on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677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9FAFB"/>
                </a:solidFill>
              </a:rPr>
              <a:t>  ▸  Frontend Dockerfile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2374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Node 22 builder → minimal production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163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9FAFB"/>
                </a:solidFill>
              </a:rPr>
              <a:t>  ▸  docker-compose.yml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7238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3 services: frontend, backend, postgres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649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9FAFB"/>
                </a:solidFill>
              </a:rPr>
              <a:t>  ▸  Health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210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DB readiness + app /health before accepting traffic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136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9FAFB"/>
                </a:solidFill>
              </a:rPr>
              <a:t>  ▸  Env vars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966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.env.example provided; .env never committed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622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9FAFB"/>
                </a:solidFill>
              </a:rPr>
              <a:t>  ▸  One command 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1830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docker compose up --build  →  everything running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143000"/>
            <a:ext cx="5760720" cy="51663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2618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⚡  GitHub Actions 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7190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BBF24"/>
                </a:solidFill>
              </a:rPr>
              <a:t>  ► backend job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0391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actions/checkout@v4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3134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actions/setup-python@v5  (cache: pip)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58775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pip install .[dev]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86207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ruff check app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13639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ruff format --check app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41071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pytest tests/ -v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776471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BBF24"/>
                </a:solidFill>
              </a:rPr>
              <a:t>  ► frontend job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09651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actions/setup-node@v4  (cache: npm, Node 22)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37083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npm ci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64515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npm run lint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91947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npm run typecheck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19379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npm run build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559551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BBF24"/>
                </a:solidFill>
              </a:rPr>
              <a:t>  ► docker job  (needs: backend + frontend)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87959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docker build backend image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615391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docker build frontend image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AI DevOps Configuration Reviewer  ·  University Project Review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9FAFB"/>
                </a:solidFill>
              </a:rPr>
              <a:t>Security &amp;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9CA3AF"/>
                </a:solidFill>
              </a:rPr>
              <a:t>Production-minded defaults for a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669280" cy="51663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</a:rPr>
              <a:t>🔒 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9FAFB"/>
                </a:solidFill>
              </a:rPr>
              <a:t>  ▸ 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JWT  Bearer tokens · Argon2 password hashing · user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9424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9FAFB"/>
                </a:solidFill>
              </a:rPr>
              <a:t>  ▸  Authorisation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963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Every endpoint checks token ownership — users see only their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7977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9FAFB"/>
                </a:solidFill>
              </a:rPr>
              <a:t>  ▸  Input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2666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Pydantic on every request/response · file size limits · YAML-only 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10128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9FAFB"/>
                </a:solidFill>
              </a:rPr>
              <a:t>  ▸  CORS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Configurable origins via env var — not wildcard in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9FAFB"/>
                </a:solidFill>
              </a:rPr>
              <a:t>  ▸  Security headers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Custom middleware: X-Content-Type, X-Frame-Options, CSP, HSTS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7083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9FAFB"/>
                </a:solidFill>
              </a:rPr>
              <a:t>  ▸  Rate limiting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177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slowapi on auth endpoints — prevents brute-force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01184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9FAFB"/>
                </a:solidFill>
              </a:rPr>
              <a:t>  ▸  No secrets in Git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4807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.env excluded · SECRET_KEY validated ≥32 chars · no API keys hardcoded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3153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9FAFB"/>
                </a:solidFill>
              </a:rPr>
              <a:t>  ▸  Safe errors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7842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Stack traces never leak to the API consumer · logged server-side 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143000"/>
            <a:ext cx="5486400" cy="51663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12618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📊  Observability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719072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9FAFB"/>
                </a:solidFill>
              </a:rPr>
              <a:t>  ▸  Health endpoints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9659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/health  and  /ready — used by Docker Compose and deploy platforms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249424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9FAFB"/>
                </a:solidFill>
              </a:rPr>
              <a:t>  ▸  Prometheus 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49631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/metrics  —  request_count, request_duration, analyses_total, ai_failures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779776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9FAFB"/>
                </a:solidFill>
              </a:rPr>
              <a:t>  ▸  Structured logging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02666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JSON logs: method, path, status, duration · configurable LOG_LEVEL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310128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9FAFB"/>
                </a:solidFill>
              </a:rPr>
              <a:t>  ▸  What is logged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55701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Startup · requests · analysis start/complete/fail · AI errors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840480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9FAFB"/>
                </a:solidFill>
              </a:rPr>
              <a:t>  ▸  What is NOT logged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08736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Passwords · JWT tokens · API keys · configuration secrets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370832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9FAFB"/>
                </a:solidFill>
              </a:rPr>
              <a:t>  ▸  Future monitoring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6177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     Prometheus + Grafana documented as next step in README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AI DevOps Configuration Reviewer  ·  University Project Review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45720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9FAFB"/>
                </a:solidFill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rgbClr val="9CA3AF"/>
                </a:solidFill>
              </a:rPr>
              <a:t>Steps</a:t>
            </a:r>
            <a:endParaRPr sz="1600" b="0" i="0" dirty="0">
              <a:solidFill>
                <a:srgbClr val="9CA3A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577840" cy="713232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384048" cy="713232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143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8CF5"/>
                </a:solidFill>
              </a:rPr>
              <a:t>Start the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4813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docker compose up --build   →   http://localhost:3000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901952"/>
            <a:ext cx="5577840" cy="713232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901952"/>
            <a:ext cx="384048" cy="7132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2066544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1947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Register &amp; 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2860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Create a new account → JWT issued → redirected to Dashboard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06624"/>
            <a:ext cx="5577840" cy="713232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706624"/>
            <a:ext cx="384048" cy="7132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2871216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27523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Open New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0906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Click 'New Analysis' → select 'Dockerfile'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511296"/>
            <a:ext cx="5577840" cy="713232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3511296"/>
            <a:ext cx="384048" cy="71323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3675887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355701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Paste a vulnerable Dockerfile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38953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FROM ubuntu:latest  /  RUN apt-get install...  /  ENV API_KEY=secret123  /  (no USER, no HEALTHCHECK)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315968"/>
            <a:ext cx="5577840" cy="713232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4315968"/>
            <a:ext cx="384048" cy="713232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4480559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43616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8CF5"/>
                </a:solidFill>
              </a:rPr>
              <a:t>Click Analyze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470001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Watch pipeline run: static rules fire → AI call → findings returned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5577840" cy="713232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1097280"/>
            <a:ext cx="384048" cy="7132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1261872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4848" y="1143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Review findings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14813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Severity badges · static vs AI source tags · line numbers · recommendations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1901952"/>
            <a:ext cx="5577840" cy="713232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09360" y="1901952"/>
            <a:ext cx="384048" cy="7132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09360" y="2066544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1947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Check the 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4848" y="22860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Risk score bar + breakdown (e.g. Score 42 — Warning)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2706624"/>
            <a:ext cx="5577840" cy="713232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09360" y="2706624"/>
            <a:ext cx="384048" cy="71323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09360" y="2871216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84848" y="27523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CA3AF"/>
                </a:solidFill>
              </a:rPr>
              <a:t>View History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84848" y="30906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Navigate to /history — previous analyses listed and clickable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3511296"/>
            <a:ext cx="5577840" cy="713232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309360" y="3511296"/>
            <a:ext cx="384048" cy="713232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09360" y="3675887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84848" y="355701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8CF5"/>
                </a:solidFill>
              </a:rPr>
              <a:t>Show CI/CD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84848" y="38953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Open GitHub → Actions tab → green backend + frontend + docker jobs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4315968"/>
            <a:ext cx="5577840" cy="713232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309360" y="4315968"/>
            <a:ext cx="384048" cy="7132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09360" y="4480559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84848" y="43616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Show /metrics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84848" y="470001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http://localhost:8000/metrics — live Prometheus counters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LIVE DEMO  ·  AI DevOps Configuration Reviewer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9FAFB"/>
                </a:solidFill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What comes after the MVP — documented in README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807208" cy="51206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1261872"/>
            <a:ext cx="2578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8CF5"/>
                </a:solidFill>
              </a:rPr>
              <a:t>Config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737360"/>
            <a:ext cx="2624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Kubernetes manifests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103120"/>
            <a:ext cx="2624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Terraform / HCL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468879"/>
            <a:ext cx="2624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Helm 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834639"/>
            <a:ext cx="2624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Ansible playbooks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143000"/>
            <a:ext cx="2807208" cy="51206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01568" y="1261872"/>
            <a:ext cx="2578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Integrations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737360"/>
            <a:ext cx="2624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GitHub App — auto-review on PR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103120"/>
            <a:ext cx="2624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Scheduled re-analysis on rule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68879"/>
            <a:ext cx="2624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Export findings as SARIF → GH Security tab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834639"/>
            <a:ext cx="2624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Slack / webhook notifications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143000"/>
            <a:ext cx="2807208" cy="51206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3368" y="1261872"/>
            <a:ext cx="2578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79" y="1737360"/>
            <a:ext cx="2624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Team accounts + shared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2103120"/>
            <a:ext cx="2624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RBAC (admin / developer / viewer)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2468879"/>
            <a:ext cx="2624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Persistent Prometheus + Grafana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2834639"/>
            <a:ext cx="2624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Billing &amp; usage limits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143000"/>
            <a:ext cx="2807208" cy="51206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45167" y="1261872"/>
            <a:ext cx="2578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</a:rP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1737360"/>
            <a:ext cx="2624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Confidence thresholds filter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103120"/>
            <a:ext cx="2624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Per-org rule customisation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468879"/>
            <a:ext cx="2624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Fine-tuned analysis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834639"/>
            <a:ext cx="2624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9FAFB"/>
                </a:solidFill>
              </a:rPr>
              <a:t>  ▸  Multi-agent review chains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715000"/>
            <a:ext cx="11521440" cy="502920"/>
          </a:xfrm>
          <a:prstGeom prst="rect">
            <a:avLst/>
          </a:prstGeom>
          <a:solidFill>
            <a:srgbClr val="0D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5815584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34D399"/>
                </a:solidFill>
              </a:rPr>
              <a:t>MVP is complete and functional — all 17 acceptance criteria met.  Enhancements are additive, not blockers.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AI DevOps Configuration Reviewer  ·  University Project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9FAFB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What was built, why it matters, what was learned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2011680" cy="13716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588CF5"/>
                </a:solidFill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Phases
Completed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1488" y="1188720"/>
            <a:ext cx="2011680" cy="13716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52928" y="123444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4D399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187451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Config Types
Analyzed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74336" y="1188720"/>
            <a:ext cx="2011680" cy="13716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65775" y="123444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BBF24"/>
                </a:solidFill>
              </a:rPr>
              <a:t>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5" y="187451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Tests
Passing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87183" y="1188720"/>
            <a:ext cx="2011680" cy="13716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78623" y="123444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87171"/>
                </a:solidFill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8623" y="187451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API
Endpoints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00032" y="1188720"/>
            <a:ext cx="2011680" cy="13716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91472" y="123444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588CF5"/>
                </a:solidFill>
              </a:rPr>
              <a:t>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187451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Prometheus
Metrics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11430000" cy="32461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78892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Key Learnings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246120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  ·  Why deterministic + AI beats either alone — rules are reliable; AI adds reasoning and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547872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  ·  Structured AI output is non-negotiable in production: schema validation, recovery logic, graceful fallback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849624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  ·  Service-layer architecture keeps route handlers thin and business logic testable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151376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  ·  Async SQLAlchemy + asyncpg gives real concurrency without complexity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53128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  ·  CI/CD is a first-class concern — lint, test, and build gates prevent regressions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54880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  ·  Observability (logs, metrics, health checks) is cheap to add and essential for demos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56632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</a:rPr>
              <a:t>  ·  An MVP scoped correctly is more valuable than a half-built enterprise system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AI DevOps Configuration Reviewer  ·  University Project Review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4B97C4-9D87-CA57-8F1D-5C2D974CC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9544F0-BB33-F22A-2E81-C18477FA2750}"/>
              </a:ext>
            </a:extLst>
          </p:cNvPr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8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5DBA01-4BBF-3DF3-CF36-0C01A21F6D6B}"/>
              </a:ext>
            </a:extLst>
          </p:cNvPr>
          <p:cNvSpPr/>
          <p:nvPr/>
        </p:nvSpPr>
        <p:spPr>
          <a:xfrm>
            <a:off x="0" y="109728"/>
            <a:ext cx="12188952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770573-A89B-C52F-EEFE-80BEFB765ECA}"/>
              </a:ext>
            </a:extLst>
          </p:cNvPr>
          <p:cNvSpPr/>
          <p:nvPr/>
        </p:nvSpPr>
        <p:spPr>
          <a:xfrm>
            <a:off x="365760" y="1810512"/>
            <a:ext cx="11430000" cy="32461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34D399"/>
                </a:solidFill>
              </a:rPr>
              <a:t>Thank you  —  questions welcome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EB258E7-ADB9-C551-4800-71509F1242AD}"/>
              </a:ext>
            </a:extLst>
          </p:cNvPr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60C1C5-10FB-8713-17A0-F1420C0F8E03}"/>
              </a:ext>
            </a:extLst>
          </p:cNvPr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AI DevOps Configuration Reviewer  ·  University Project Review</a:t>
            </a:r>
          </a:p>
        </p:txBody>
      </p:sp>
    </p:spTree>
    <p:extLst>
      <p:ext uri="{BB962C8B-B14F-4D97-AF65-F5344CB8AC3E}">
        <p14:creationId xmlns:p14="http://schemas.microsoft.com/office/powerpoint/2010/main" val="3469989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2507</Words>
  <Application>Microsoft Macintosh PowerPoint</Application>
  <PresentationFormat>Custom</PresentationFormat>
  <Paragraphs>416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Patel, Dhvani</cp:lastModifiedBy>
  <cp:revision>1</cp:revision>
  <dcterms:created xsi:type="dcterms:W3CDTF">2013-01-27T09:14:16Z</dcterms:created>
  <dcterms:modified xsi:type="dcterms:W3CDTF">2026-10-24T08:55:36Z</dcterms:modified>
  <cp:category/>
</cp:coreProperties>
</file>