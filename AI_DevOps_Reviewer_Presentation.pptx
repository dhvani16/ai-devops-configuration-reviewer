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4"/>
    <p:restoredTop sz="94637"/>
  </p:normalViewPr>
  <p:slideViewPr>
    <p:cSldViewPr snapToGrid="0" snapToObjects="1">
      <p:cViewPr varScale="1">
        <p:scale>
          <a:sx n="147" d="100"/>
          <a:sy n="147" d="100"/>
        </p:scale>
        <p:origin x="224" y="2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el, Dhvani" userId="bade4e20-56a7-4987-9b57-91f4f3638932" providerId="ADAL" clId="{C1C67717-BD8A-582E-897C-1D3D867DE9EC}"/>
    <pc:docChg chg="undo custSel addSld delSld modSld">
      <pc:chgData name="Patel, Dhvani" userId="bade4e20-56a7-4987-9b57-91f4f3638932" providerId="ADAL" clId="{C1C67717-BD8A-582E-897C-1D3D867DE9EC}" dt="2026-10-24T08:38:56.287" v="85" actId="1076"/>
      <pc:docMkLst>
        <pc:docMk/>
      </pc:docMkLst>
      <pc:sldChg chg="delSp modSp mod">
        <pc:chgData name="Patel, Dhvani" userId="bade4e20-56a7-4987-9b57-91f4f3638932" providerId="ADAL" clId="{C1C67717-BD8A-582E-897C-1D3D867DE9EC}" dt="2026-10-24T08:38:25.407" v="83" actId="478"/>
        <pc:sldMkLst>
          <pc:docMk/>
          <pc:sldMk cId="0" sldId="256"/>
        </pc:sldMkLst>
        <pc:spChg chg="mod">
          <ac:chgData name="Patel, Dhvani" userId="bade4e20-56a7-4987-9b57-91f4f3638932" providerId="ADAL" clId="{C1C67717-BD8A-582E-897C-1D3D867DE9EC}" dt="2026-10-24T08:38:06.041" v="81" actId="20577"/>
          <ac:spMkLst>
            <pc:docMk/>
            <pc:sldMk cId="0" sldId="256"/>
            <ac:spMk id="14" creationId="{00000000-0000-0000-0000-000000000000}"/>
          </ac:spMkLst>
        </pc:spChg>
        <pc:spChg chg="del mod">
          <ac:chgData name="Patel, Dhvani" userId="bade4e20-56a7-4987-9b57-91f4f3638932" providerId="ADAL" clId="{C1C67717-BD8A-582E-897C-1D3D867DE9EC}" dt="2026-10-24T08:38:25.407" v="83" actId="478"/>
          <ac:spMkLst>
            <pc:docMk/>
            <pc:sldMk cId="0" sldId="256"/>
            <ac:spMk id="15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24T08:38:56.287" v="85" actId="1076"/>
        <pc:sldMkLst>
          <pc:docMk/>
          <pc:sldMk cId="0" sldId="258"/>
        </pc:sldMkLst>
        <pc:spChg chg="mod">
          <ac:chgData name="Patel, Dhvani" userId="bade4e20-56a7-4987-9b57-91f4f3638932" providerId="ADAL" clId="{C1C67717-BD8A-582E-897C-1D3D867DE9EC}" dt="2026-10-21T09:56:49.153" v="15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52.519" v="16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49.620" v="7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53.053" v="8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08.552" v="12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13.169" v="13" actId="107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36.320" v="4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40.721" v="5" actId="107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4T08:38:49.122" v="84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4T08:38:56.287" v="85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18.786" v="14" actId="107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04.303" v="11" actId="1076"/>
          <ac:spMkLst>
            <pc:docMk/>
            <pc:sldMk cId="0" sldId="258"/>
            <ac:spMk id="22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45.105" v="6" actId="1076"/>
          <ac:spMkLst>
            <pc:docMk/>
            <pc:sldMk cId="0" sldId="258"/>
            <ac:spMk id="24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21T10:00:07.773" v="17" actId="20577"/>
        <pc:sldMkLst>
          <pc:docMk/>
          <pc:sldMk cId="0" sldId="268"/>
        </pc:sldMkLst>
        <pc:spChg chg="mod">
          <ac:chgData name="Patel, Dhvani" userId="bade4e20-56a7-4987-9b57-91f4f3638932" providerId="ADAL" clId="{C1C67717-BD8A-582E-897C-1D3D867DE9EC}" dt="2026-10-21T10:00:07.773" v="17" actId="20577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21T10:00:38.766" v="24" actId="20577"/>
        <pc:sldMkLst>
          <pc:docMk/>
          <pc:sldMk cId="0" sldId="269"/>
        </pc:sldMkLst>
        <pc:spChg chg="mod">
          <ac:chgData name="Patel, Dhvani" userId="bade4e20-56a7-4987-9b57-91f4f3638932" providerId="ADAL" clId="{C1C67717-BD8A-582E-897C-1D3D867DE9EC}" dt="2026-10-21T10:00:38.766" v="24" actId="20577"/>
          <ac:spMkLst>
            <pc:docMk/>
            <pc:sldMk cId="0" sldId="269"/>
            <ac:spMk id="5" creationId="{00000000-0000-0000-0000-000000000000}"/>
          </ac:spMkLst>
        </pc:spChg>
      </pc:sldChg>
      <pc:sldChg chg="delSp modSp mod">
        <pc:chgData name="Patel, Dhvani" userId="bade4e20-56a7-4987-9b57-91f4f3638932" providerId="ADAL" clId="{C1C67717-BD8A-582E-897C-1D3D867DE9EC}" dt="2026-10-21T10:01:41.192" v="27"/>
        <pc:sldMkLst>
          <pc:docMk/>
          <pc:sldMk cId="0" sldId="271"/>
        </pc:sldMkLst>
      </pc:sldChg>
      <pc:sldChg chg="addSp delSp modSp add mod">
        <pc:chgData name="Patel, Dhvani" userId="bade4e20-56a7-4987-9b57-91f4f3638932" providerId="ADAL" clId="{C1C67717-BD8A-582E-897C-1D3D867DE9EC}" dt="2026-10-21T10:03:02.651" v="66" actId="1076"/>
        <pc:sldMkLst>
          <pc:docMk/>
          <pc:sldMk cId="3469989848" sldId="272"/>
        </pc:sldMkLst>
        <pc:spChg chg="add del">
          <ac:chgData name="Patel, Dhvani" userId="bade4e20-56a7-4987-9b57-91f4f3638932" providerId="ADAL" clId="{C1C67717-BD8A-582E-897C-1D3D867DE9EC}" dt="2026-10-21T10:02:16.879" v="41" actId="478"/>
          <ac:spMkLst>
            <pc:docMk/>
            <pc:sldMk cId="3469989848" sldId="272"/>
            <ac:spMk id="2" creationId="{E79544F0-BB33-F22A-2E81-C18477FA2750}"/>
          </ac:spMkLst>
        </pc:spChg>
        <pc:spChg chg="add del mod">
          <ac:chgData name="Patel, Dhvani" userId="bade4e20-56a7-4987-9b57-91f4f3638932" providerId="ADAL" clId="{C1C67717-BD8A-582E-897C-1D3D867DE9EC}" dt="2026-10-21T10:03:02.651" v="66" actId="1076"/>
          <ac:spMkLst>
            <pc:docMk/>
            <pc:sldMk cId="3469989848" sldId="272"/>
            <ac:spMk id="21" creationId="{E3770573-A89B-C52F-EEFE-80BEFB765ECA}"/>
          </ac:spMkLst>
        </pc:spChg>
        <pc:spChg chg="add del">
          <ac:chgData name="Patel, Dhvani" userId="bade4e20-56a7-4987-9b57-91f4f3638932" providerId="ADAL" clId="{C1C67717-BD8A-582E-897C-1D3D867DE9EC}" dt="2026-10-21T10:02:16.879" v="41" actId="478"/>
          <ac:spMkLst>
            <pc:docMk/>
            <pc:sldMk cId="3469989848" sldId="272"/>
            <ac:spMk id="31" creationId="{CEB258E7-ADB9-C551-4800-71509F1242A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9FAFB"/>
                </a:solidFill>
              </a:rPr>
              <a:t>AI DevOps Configuration Reviewer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CA3AF"/>
                </a:solidFill>
              </a:rPr>
              <a:t>Automated security &amp; reliability analysis for DevOps configurations
using deterministic static analysis combined with LLM reasoning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31920"/>
            <a:ext cx="1545336" cy="2468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73552" y="3950207"/>
            <a:ext cx="1453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Python · FastAPI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855464" y="3931920"/>
            <a:ext cx="1463039" cy="2468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28616" y="3950207"/>
            <a:ext cx="13715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Next.js · React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1" y="3931920"/>
            <a:ext cx="1051560" cy="2468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1383" y="3950207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19" y="3931920"/>
            <a:ext cx="1051560" cy="2468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62671" y="3950207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OpenAI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9CA3AF"/>
                </a:solidFill>
              </a:rPr>
              <a:t>AI Integrated Full Stack </a:t>
            </a:r>
            <a:r>
              <a:rPr lang="en-US" sz="1300" i="1" dirty="0">
                <a:solidFill>
                  <a:srgbClr val="9CA3AF"/>
                </a:solidFill>
              </a:rPr>
              <a:t>Development </a:t>
            </a:r>
            <a:r>
              <a:rPr sz="1300" b="0" i="1" dirty="0">
                <a:solidFill>
                  <a:srgbClr val="9CA3AF"/>
                </a:solidFill>
              </a:rPr>
              <a:t>with DevOps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Why does this tool exist?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212080" cy="4023360"/>
          </a:xfrm>
          <a:prstGeom prst="rect">
            <a:avLst/>
          </a:prstGeom>
          <a:solidFill>
            <a:srgbClr val="1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🔒  DevOps configs harbour real security bugs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🐳  Root-user Dockerfiles in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🔑  Secrets accidentally committed to 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877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⚠️  Unpinned actions &amp; missing restart policies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🤖  LLMs alone give verbose, unstructured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278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📋  Manual review is slow and inconsistent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097280"/>
            <a:ext cx="5852160" cy="402336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6276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Deterministic rules catch known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9476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AI adds contextual reasoning &amp;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26771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Pydantic-validated structured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5877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Deterministic risk score (never from AI)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9077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Full history + per-finding explanations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278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Works on Dockerfile · Compose · GH 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How the pieces connect end-to-end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286000"/>
            <a:ext cx="1920240" cy="1371600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Browser
Next.js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286000"/>
            <a:ext cx="1920240" cy="1371600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88920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FastAPI
REST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2286000"/>
            <a:ext cx="1920240" cy="1371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Analysis
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34292" y="4114800"/>
            <a:ext cx="1920240" cy="10972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80012" y="4297681"/>
            <a:ext cx="18288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Static
Analyzers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38817" y="4206241"/>
            <a:ext cx="2103120" cy="10972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84537" y="4375832"/>
            <a:ext cx="20116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AI Provider
OpenAI/Ollama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296633"/>
            <a:ext cx="1280160" cy="13716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01000" y="2468880"/>
            <a:ext cx="11887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Scorer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8545" y="2286000"/>
            <a:ext cx="1920240" cy="137160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75977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PostgreSQL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264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 JWT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305" y="27487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7791" y="277509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297" y="276446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703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↓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4617" y="378731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↓ AI findings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669280"/>
            <a:ext cx="11430000" cy="6858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80644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CI/CD:  Git push  →  GitHub Actions  →  Ruff lint  →  pytest (57 tests)  →  Docker image builds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Every layer and why it was chosen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8CF5"/>
                </a:solidFill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Next.js 16  (App Router)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React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TypeScript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Tailwind CSS v4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74136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Python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FastAPI  (async)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Pydantic 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SQLAlchemy 2  (async)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301752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Alembic  (migrations)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18504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Database &amp; 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PostgreSQL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asyncpg driver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JWT  (PyJWT)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Argon2 hashing  (pwdlib)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53144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62872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AI &amp;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4584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OpenAI Responses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Ollama  (local LLM)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584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Prometheus 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slowapi  (rate limiting)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01752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Docker + Compose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584" y="3364991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GitHub Actions CI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Development Phases — All 10 Complete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Incremental build strategy: one phase at a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978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Architecture &amp;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1978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Structure, README, Docker Compose skeleton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11978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002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6002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6459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6550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Backend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16550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FastAPI, PostgreSQL, Alembic, Auth, 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16550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574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20574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1031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1122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Static Analysis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1122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Dockerfile · Compose · GitHub Actions analyzers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21122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5146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25146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25603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5694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AI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25694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Provider abstraction, OpenAI, Ollama, Mock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25694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718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29718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30175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0266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Analysis Pipeline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30266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Static → AI → Scoring → DB persistence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30266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4290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1480" y="34290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34747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4838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Frontend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34838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Dashboard, New Analysis, Results, History pages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34838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862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38862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39319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3941063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DevOps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60" y="3941063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Docker, Compose, GitHub Actions CI/CD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3941063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43434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11480" y="43434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80" y="43891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" y="43982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Observability &amp; Security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60" y="43982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Logging, Prometheus, rate limiting, sec headers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43982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8006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11480" y="48006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1480" y="48463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48554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Final 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1960" y="48554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57 tests passing, lint clean, type-safe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48554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2578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11480" y="52578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1480" y="53035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3126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Documentation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51960" y="53126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README, ARCHITECTURE, API, SECURITY, CONTRIBUTING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0" y="53126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Core 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The heart of the project — why static + AI beats either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73152" cy="4754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7" y="1197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1  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22529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User pastes Dockerfile / Compose / GH Actions 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73352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673352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728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2  Identify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75564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Backend detects config type from content / filename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03704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2203704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7" y="22585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3  Static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8600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Deterministic analyzer checks 5–10 known-bad patterns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34056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2734056"/>
            <a:ext cx="73152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2788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4  AI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8163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LLM receives config + static findings, returns structured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143000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1143000"/>
            <a:ext cx="73152" cy="4754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1197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5  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122529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Pydantic schema rejects malformed AI output — never stored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673352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1673352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4807" y="1728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6 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175564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Backend calculates risk score (AI never touches the score)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203704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63640" y="2203704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4807" y="22585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7  Persist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228600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Findings + score written to PostgreSQL via SQLAlchemy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734056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63640" y="2734056"/>
            <a:ext cx="73152" cy="4754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64807" y="2788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8  Display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8163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Next.js dashboard shows severity badges, cards, history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715000"/>
            <a:ext cx="11539728" cy="50292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578815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34D399"/>
                </a:solidFill>
              </a:rPr>
              <a:t>Key insight: Rules catch known patterns reliably. AI adds contextual reasoning, subtle issues, and actionable remediation that rules miss.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Static Analysis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Deterministic rules per config type — ~5–10 meaningful checks 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749039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8CF5"/>
                </a:solidFill>
              </a:rPr>
              <a:t>🐳  Dockerfile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Running as root (no USER)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Using :latest 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Secrets in ENV / ARG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34056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Missing HEALTHCHECK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72384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Too many layers (&gt;15)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1071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Unsafe apt-get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Unpinned base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1143000"/>
            <a:ext cx="3749039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53128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</a:rPr>
              <a:t>🔧  Docker 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71907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Privileged containers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05740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Host networking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395728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Docker socket mounted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734056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Hard-coded secrets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072384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Missing restart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341071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Exposed sensitive 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374904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Services running as root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143000"/>
            <a:ext cx="3749039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03336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⚡  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171907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Unpinned third-party 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205740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pull_request_target risks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2395728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Excessive permissions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6" y="2734056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Secrets in run: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3072384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Dangerous expressions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341071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Overly broad GITHUB_TOKEN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74904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User-controlled input injection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AI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Provider abstraction · structured output · schema validation · graceful fallback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029200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8CF5"/>
                </a:solidFill>
              </a:rPr>
              <a:t>AIProvider  (ABC)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4709160" cy="1005840"/>
          </a:xfrm>
          <a:prstGeom prst="rect">
            <a:avLst/>
          </a:prstGeom>
          <a:solidFill>
            <a:srgbClr val="1E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019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OpenAIProvider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942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</a:rPr>
              <a:t>Uses OpenAI Responses API
Strict JSON schema enforced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26080"/>
            <a:ext cx="4709160" cy="1005840"/>
          </a:xfrm>
          <a:prstGeom prst="rect">
            <a:avLst/>
          </a:prstGeom>
          <a:solidFill>
            <a:srgbClr val="1E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9992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OllamaProvider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4670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</a:rPr>
              <a:t>Local LLM via Ollama
No API key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23360"/>
            <a:ext cx="4709160" cy="1005840"/>
          </a:xfrm>
          <a:prstGeom prst="rect">
            <a:avLst/>
          </a:prstGeom>
          <a:solidFill>
            <a:srgbClr val="1E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0965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A3AF"/>
                </a:solidFill>
              </a:rPr>
              <a:t>MockAIProvider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4398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</a:rPr>
              <a:t>Used in all 57 tests
Predictable deterministic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143000"/>
            <a:ext cx="6035040" cy="23317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Structured Output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64208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34D399"/>
                </a:solidFill>
              </a:rPr>
              <a:t>{
  "findings": [{
    "category": "security",
    "severity": "high",
    "title": "Root user",
    "description": "...",
    "recommendation": "...",
    "line_number": 3,
    "confidence": 0.94
  }]
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3657600"/>
            <a:ext cx="6035040" cy="26060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Prompt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0624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Stored in app/ai/prompts/ — not in 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50799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Passes config + deterministic 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809744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Instructs: no invented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111496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Requires actionable remediation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413248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References line numbers where possible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71500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parse_ai_response() with recovery logic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01675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AI failure → static findings only (graceful)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Frontend &amp;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Next.js 16 App Router · TypeScript · Tailwind CSS v4 · fully connected to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38404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2070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207008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What it shows /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72768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6367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63677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Landing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636776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Product overview, features, supported types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420624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07568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075688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Email + password → JWT stored in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450591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51459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/register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51459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Register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514599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New account creation with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11430000" cy="420624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9535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95351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953512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Stats: total, high-risk count, avg score, recent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28415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339242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/new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39242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New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392423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Select type, paste config or upload file, submit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767328"/>
            <a:ext cx="11430000" cy="420624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/analyses/[id]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8313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Analysis 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831336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Score, findings grouped by severity/source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206240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42702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42702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4270248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All past analyses, sortable, clickable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828032"/>
            <a:ext cx="11430000" cy="749808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95604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D399"/>
                </a:solidFill>
              </a:rPr>
              <a:t>UI highlights:  Severity badges  ·  Expandable finding cards  ·  Code display  ·  Auth-protected routes  ·  Loading &amp; error states  ·  Responsive layout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Risk Scoring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Deterministic — the AI never decides the final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658368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4D399"/>
                </a:solidFill>
              </a:rPr>
              <a:t>Score  =  100  −  Σ( severity_weight × finding_count )     clamped to [ 0 , 100 ]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38528"/>
            <a:ext cx="11430000" cy="402336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Severity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011680"/>
            <a:ext cx="1463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59" y="20116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Example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11430000" cy="457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91440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59736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597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59" y="2459736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Exposed secret, root container in prod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52928"/>
            <a:ext cx="11430000" cy="457200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2852928"/>
            <a:ext cx="91440" cy="457200"/>
          </a:xfrm>
          <a:prstGeom prst="rect">
            <a:avLst/>
          </a:prstGeom>
          <a:solidFill>
            <a:srgbClr val="FB9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93522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923E"/>
                </a:solidFill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3522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−7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2935224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Missing USER, unpinned action with write permission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28416"/>
            <a:ext cx="11430000" cy="457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328416"/>
            <a:ext cx="91440" cy="457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41071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41071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−4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59" y="3410712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No HEALTHCHECK, latest tag, no restart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03904"/>
            <a:ext cx="11430000" cy="457200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803904"/>
            <a:ext cx="91440" cy="457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88620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88620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59" y="3886200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Excessive layers, minor maintainability issue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361688"/>
            <a:ext cx="11430000" cy="32918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416552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9FAFB"/>
                </a:solidFill>
              </a:rPr>
              <a:t>Score bands:   80–100 = Great ✓   60–79 = Good   40–59 = Warning ⚠   20–39 = Poor   0–19 = Critical 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46320"/>
            <a:ext cx="11430000" cy="128016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4D399"/>
                </a:solidFill>
              </a:rPr>
              <a:t>Example:  1 Critical (−10)  +  2 High (−14)  +  1 Medium (−4)  =  score 72  →  Good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CA3AF"/>
                </a:solidFill>
              </a:rPr>
              <a:t>The backend always calculates this. The AI model is explicitly instructed not to invent or adjust the score.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Testing &amp; Code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57 backend tests · zero API key required · lint &amp; type-safe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7132320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6766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Test Coverage — 12 Test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test_health.py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9164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Health &amp; readiness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0253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test_auth.py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00253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Register, login, JWT, auth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134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test_configurations_api.py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31343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Config CRUD, auth enforcement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24327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test_dockerfile_analyzer.py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624327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All Dockerfile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35223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test_compose_analyzer.py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935223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All Compose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46119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test_github_actions_analyzer.py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24611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All GH Actions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57015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test_analyzer_factory.py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557015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Factory routing per config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67911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test_ai_layer.py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7911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AI provider, parse_ai_response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78807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test_analysis_pipeline.py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178807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Full static→AI→score→DB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489703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test_scoring.py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89703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Risk scoring edge 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00599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test_main.py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0059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App startup, service info endpoint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11495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conftest.py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111495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SQLite in-memory DB + MockAIProvider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1143000"/>
            <a:ext cx="3977639" cy="22860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01000" y="12618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Linting &amp; Formatting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1691640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Ruff  (lint + format check)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1993392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No F-strings with secrets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295144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Line length 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2596896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Target Python 3.12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2898648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B008 suppressed (FastAPI deps)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3611880"/>
            <a:ext cx="3977639" cy="26517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01000" y="37307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Frontend Quality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4160520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TypeScript strict mode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4462272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ESLint (eslint-config-next)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764024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tsc --noEmit on every CI run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5065776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Next.js build check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367528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No any or untyped API calls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715000"/>
            <a:ext cx="11430000" cy="50292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8640" y="581558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</a:rPr>
              <a:t>57 tests   ·   No real API key needed   ·   In-memory SQLite   ·   MockAIProvider   ·   All green on CI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DevOps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Docker · Compose · GitHub Actions · deployment-ready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0352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8CF5"/>
                </a:solidFill>
              </a:rPr>
              <a:t>🐳  Containerisation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Backend Dockerfile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7510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Multi-layer Python 3.12, runs alembic upgrade head on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Frontend Dockerfile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Node 22 builder → minimal production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163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docker-compose.yml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3 services: frontend, backend, 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649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Health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2102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DB readiness + app /health before accepting traffic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136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Env vars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966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.env.example provided; .env never committed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622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One command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1830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docker compose up --build  →  everything running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143000"/>
            <a:ext cx="576072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12618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⚡  GitHub Actions 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190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</a:rPr>
              <a:t>  ► backend job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0391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actions/checkout@v4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313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actions/setup-python@v5  (cache: pip)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5877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pip install .[dev]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6207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ruff check app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1363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ruff format --check app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4107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pytest tests/ -v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77647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</a:rPr>
              <a:t>  ► frontend job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actions/setup-node@v4  (cache: npm, Node 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run lint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91947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run typecheck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1937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run 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55955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</a:rPr>
              <a:t>  ► docker job  (needs: backend + frontend)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8795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docker build backend image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61539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docker build frontend image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Security &amp;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CA3AF"/>
                </a:solidFill>
              </a:rPr>
              <a:t>Production-minded defaults for a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66928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🔒 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JWT  Bearer tokens · Argon2 password hashing · user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9424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Authorisation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Every endpoint checks token ownership — users see only their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7977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Input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Pydantic on every request/response · file size limits · YAML-only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10128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CORS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570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Configurable origins via env var — not wildcard in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Security headers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873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Custom middleware: X-Content-Type, X-Frame-Options, CSP, HSTS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7083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Rate limiting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slowapi on auth endpoints — prevents brute-force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01184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No secrets in Git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480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.env excluded · SECRET_KEY validated ≥32 chars · no API keys hardcoded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3153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Safe errors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784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Stack traces never leak to the API consumer · logged server-side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143000"/>
            <a:ext cx="548640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📊  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719072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Health endpoints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9659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/health  and  /ready — used by Docker Compose and deploy 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249424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Prometheus 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49631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/metrics  —  request_count, request_duration, analyses_total, ai_failures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779776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Structured logging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02666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JSON logs: method, path, status, duration · configurable LOG_LEVEL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310128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What is logged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55701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Startup · requests · analysis start/complete/fail · AI 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84048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What is NOT logged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0873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Passwords · JWT tokens · API keys · configuration secrets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370832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Future monitoring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617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Prometheus + Grafana documented as next step in README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9FAFB"/>
                </a:solidFill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9CA3AF"/>
                </a:solidFill>
              </a:rPr>
              <a:t>Steps</a:t>
            </a:r>
            <a:endParaRPr sz="1600" b="0" i="0" dirty="0">
              <a:solidFill>
                <a:srgbClr val="9CA3A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097280"/>
            <a:ext cx="384048" cy="71323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Start the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4813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docker compose up --build   →   http://localhost:3000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901952"/>
            <a:ext cx="384048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066544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19476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Register &amp; 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2860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Create a new account → JWT issued → redirected to Dashboard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06624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706624"/>
            <a:ext cx="384048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287121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7523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Open New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0906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Click 'New Analysis' → select 'Dockerfile'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11296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3511296"/>
            <a:ext cx="384048" cy="71323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" y="3675887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355701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Paste a vulnerable Dockerfile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38953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FROM ubuntu:latest  /  RUN apt-get install...  /  ENV API_KEY=secret123  /  (no USER, no HEALTHCHECK)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315968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0040" y="4315968"/>
            <a:ext cx="384048" cy="71323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4480559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361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Click Analyze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7000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Watch pipeline run: static rules fire → AI call → findings returned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09360" y="1097280"/>
            <a:ext cx="384048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126187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Review findings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14813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Severity badges · static vs AI source tags · line numbers · recommendations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1901952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09360" y="1901952"/>
            <a:ext cx="384048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09360" y="2066544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84848" y="19476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Check the score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84848" y="22860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Risk score bar + breakdown (e.g. Score 42 — Warning)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706624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2706624"/>
            <a:ext cx="384048" cy="71323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09360" y="287121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8" y="27523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A3AF"/>
                </a:solidFill>
              </a:rPr>
              <a:t>View History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4848" y="30906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Navigate to /history — previous analyses listed and clickable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511296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309360" y="3511296"/>
            <a:ext cx="384048" cy="71323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09360" y="3675887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4848" y="355701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Show CI/CD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4848" y="38953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Open GitHub → Actions tab → green backend + frontend + docker jobs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315968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309360" y="4315968"/>
            <a:ext cx="384048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59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4848" y="4361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Show /metrics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47000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http://localhost:8000/metrics — live Prometheus counters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LIVE DEMO  ·  AI DevOps Configuration Reviewer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What comes after the MVP — documented in README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8CF5"/>
                </a:solidFill>
              </a:rPr>
              <a:t>Config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Kubernetes manifests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Terraform / HCL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Helm 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Ansible playbooks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43000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01568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Integrations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GitHub App — auto-review on PR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Scheduled re-analysis on rule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Export findings as SARIF → GH Security tab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Slack / webhook notifications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143000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79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Team accounts + shared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79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RBAC (admin / developer / viewer)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Persistent Prometheus + Grafana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Billing &amp; usage limits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143000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45167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Confidence thresholds filter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Per-org rule customisation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Fine-tuned analysis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Multi-agent review chains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715000"/>
            <a:ext cx="11521440" cy="50292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581558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4D399"/>
                </a:solidFill>
              </a:rPr>
              <a:t>MVP is complete and functional — all 17 acceptance criteria met.  Enhancements are additive, not blockers.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9FAFB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What was built, why it matters, what was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588CF5"/>
                </a:solidFill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Phases
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1488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52928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Config Types
Analyzed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6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65775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BBF24"/>
                </a:solidFill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5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Tests
Passing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87183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78623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87171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8623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API
Endpoints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00032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91472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588CF5"/>
                </a:solidFill>
              </a:rPr>
              <a:t>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Prometheus
Metrics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97480"/>
            <a:ext cx="11430000" cy="32461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7889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Key Learnings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Why deterministic + AI beats either alone — rules are reliable; AI adds reasoning and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Structured AI output is non-negotiable in production: schema validation, recovery logic, graceful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Service-layer architecture keeps route handlers thin and business logic testable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Async SQLAlchemy + asyncpg gives real concurrency without complexity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CI/CD is a first-class concern — lint, test, and build gates prevent regressions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Observability (logs, metrics, health checks) is cheap to add and essential for demos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056632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An MVP scoped correctly is more valuable than a half-built enterprise system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4B97C4-9D87-CA57-8F1D-5C2D974CC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9544F0-BB33-F22A-2E81-C18477FA2750}"/>
              </a:ext>
            </a:extLst>
          </p:cNvPr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5DBA01-4BBF-3DF3-CF36-0C01A21F6D6B}"/>
              </a:ext>
            </a:extLst>
          </p:cNvPr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3770573-A89B-C52F-EEFE-80BEFB765ECA}"/>
              </a:ext>
            </a:extLst>
          </p:cNvPr>
          <p:cNvSpPr/>
          <p:nvPr/>
        </p:nvSpPr>
        <p:spPr>
          <a:xfrm>
            <a:off x="365760" y="1810512"/>
            <a:ext cx="11430000" cy="32461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34D399"/>
                </a:solidFill>
              </a:rPr>
              <a:t>Thank you  —  questions welcome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EB258E7-ADB9-C551-4800-71509F1242AD}"/>
              </a:ext>
            </a:extLst>
          </p:cNvPr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60C1C5-10FB-8713-17A0-F1420C0F8E03}"/>
              </a:ext>
            </a:extLst>
          </p:cNvPr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  <p:extLst>
      <p:ext uri="{BB962C8B-B14F-4D97-AF65-F5344CB8AC3E}">
        <p14:creationId xmlns:p14="http://schemas.microsoft.com/office/powerpoint/2010/main" val="3469989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2506</Words>
  <Application>Microsoft Macintosh PowerPoint</Application>
  <PresentationFormat>Custom</PresentationFormat>
  <Paragraphs>415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Patel, Dhvani</cp:lastModifiedBy>
  <cp:revision>1</cp:revision>
  <dcterms:created xsi:type="dcterms:W3CDTF">2013-01-27T09:14:16Z</dcterms:created>
  <dcterms:modified xsi:type="dcterms:W3CDTF">2026-10-24T08:38:59Z</dcterms:modified>
  <cp:category/>
</cp:coreProperties>
</file>